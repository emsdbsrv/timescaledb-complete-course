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04 – Simulating High Volume Inserts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Understand ingestion workload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Verify clean database state before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schema and hypertable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 of IoT metrics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chunk creation in TimescaleDB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1,000,000 rows using generate_series()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random workload simulates real devices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ingestion using COUNT(*)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EXPLAIN ANALYZE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 optimization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Time-based query acceleration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 pg_stat_activity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 pg_stat_wal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vs Batch ingestion discussion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on WAL generation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Compression considerations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Retention policy planning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Cleanup strategy after testing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04 –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best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