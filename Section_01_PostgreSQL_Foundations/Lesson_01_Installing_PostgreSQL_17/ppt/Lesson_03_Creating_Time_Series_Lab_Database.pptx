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03 – Creating Time Series Lab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This lesson builds a complete time-series lab database from scratch.</a:t>
            </a:r>
          </a:p>
          <a:p>
            <a:pPr>
              <a:defRPr sz="2400"/>
            </a:pPr>
            <a:r>
              <a:t>The environment uses Ubuntu 24.04 and PostgreSQL 17.</a:t>
            </a:r>
          </a:p>
          <a:p>
            <a:pPr>
              <a:defRPr sz="2400"/>
            </a:pPr>
            <a:r>
              <a:t>TimescaleDB extension will be installed and configured.</a:t>
            </a:r>
          </a:p>
          <a:p>
            <a:pPr>
              <a:defRPr sz="2400"/>
            </a:pPr>
            <a:r>
              <a:t>shared_preload_libraries will be properly configured.</a:t>
            </a:r>
          </a:p>
          <a:p>
            <a:pPr>
              <a:defRPr sz="2400"/>
            </a:pPr>
            <a:r>
              <a:t>A hypertable-based lab structure will be created.</a:t>
            </a:r>
          </a:p>
          <a:p>
            <a:pPr>
              <a:defRPr sz="2400"/>
            </a:pPr>
            <a:r>
              <a:t>Performance validation will be demonstrated.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PostgreSQL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Update package repository.</a:t>
            </a:r>
          </a:p>
          <a:p>
            <a:pPr>
              <a:defRPr sz="2400"/>
            </a:pPr>
            <a:r>
              <a:t>Install postgresql-common.</a:t>
            </a:r>
          </a:p>
          <a:p>
            <a:pPr>
              <a:defRPr sz="2400"/>
            </a:pPr>
            <a:r>
              <a:t>Add PGDG official repository.</a:t>
            </a:r>
          </a:p>
          <a:p>
            <a:pPr>
              <a:defRPr sz="2400"/>
            </a:pPr>
            <a:r>
              <a:t>Install postgresql-17 packages.</a:t>
            </a:r>
          </a:p>
          <a:p>
            <a:pPr>
              <a:defRPr sz="2400"/>
            </a:pPr>
            <a:r>
              <a:t>Enable and start PostgreSQL service.</a:t>
            </a:r>
          </a:p>
          <a:p>
            <a:pPr>
              <a:defRPr sz="2400"/>
            </a:pPr>
            <a:r>
              <a:t>Verify installation using SELECT version().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TimescaleDB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Install timescaledb-2-postgresql-17 package.</a:t>
            </a:r>
          </a:p>
          <a:p>
            <a:pPr>
              <a:defRPr sz="2400"/>
            </a:pPr>
            <a:r>
              <a:t>Ensure correct PostgreSQL version compatibility.</a:t>
            </a:r>
          </a:p>
          <a:p>
            <a:pPr>
              <a:defRPr sz="2400"/>
            </a:pPr>
            <a:r>
              <a:t>Verify package installation via dpkg query.</a:t>
            </a:r>
          </a:p>
          <a:p>
            <a:pPr>
              <a:defRPr sz="2400"/>
            </a:pPr>
            <a:r>
              <a:t>Prepare for shared_preload_libraries configuration.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Configure shared_preload_libraries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Open postgresql.conf file.</a:t>
            </a:r>
          </a:p>
          <a:p>
            <a:pPr>
              <a:defRPr sz="2400"/>
            </a:pPr>
            <a:r>
              <a:t>Add shared_preload_libraries = 'timescaledb'.</a:t>
            </a:r>
          </a:p>
          <a:p>
            <a:pPr>
              <a:defRPr sz="2400"/>
            </a:pPr>
            <a:r>
              <a:t>Save configuration file.</a:t>
            </a:r>
          </a:p>
          <a:p>
            <a:pPr>
              <a:defRPr sz="2400"/>
            </a:pPr>
            <a:r>
              <a:t>Restart PostgreSQL service.</a:t>
            </a:r>
          </a:p>
          <a:p>
            <a:pPr>
              <a:defRPr sz="2400"/>
            </a:pPr>
            <a:r>
              <a:t>Validate configuration using SHOW shared_preload_libraries.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Enable TimescaleDB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Connect to PostgreSQL as postgres user.</a:t>
            </a:r>
          </a:p>
          <a:p>
            <a:pPr>
              <a:defRPr sz="2400"/>
            </a:pPr>
            <a:r>
              <a:t>Create extension using CREATE EXTENSION timescaledb.</a:t>
            </a:r>
          </a:p>
          <a:p>
            <a:pPr>
              <a:defRPr sz="2400"/>
            </a:pPr>
            <a:r>
              <a:t>Validate extension using \dx command.</a:t>
            </a:r>
          </a:p>
          <a:p>
            <a:pPr>
              <a:defRPr sz="2400"/>
            </a:pPr>
            <a:r>
              <a:t>Confirm background workers are active.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Create Lab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Execute CREATE DATABASE ts_lab.</a:t>
            </a:r>
          </a:p>
          <a:p>
            <a:pPr>
              <a:defRPr sz="2400"/>
            </a:pPr>
            <a:r>
              <a:t>Switch connection using \c ts_lab.</a:t>
            </a:r>
          </a:p>
          <a:p>
            <a:pPr>
              <a:defRPr sz="2400"/>
            </a:pPr>
            <a:r>
              <a:t>Ensure clean isolated environment for experiments.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Create Schema and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schema metrics.</a:t>
            </a:r>
          </a:p>
          <a:p>
            <a:pPr>
              <a:defRPr sz="2400"/>
            </a:pPr>
            <a:r>
              <a:t>Create sensor_data table with BIGSERIAL id.</a:t>
            </a:r>
          </a:p>
          <a:p>
            <a:pPr>
              <a:defRPr sz="2400"/>
            </a:pPr>
            <a:r>
              <a:t>Use TIMESTAMPTZ for recorded_at column.</a:t>
            </a:r>
          </a:p>
          <a:p>
            <a:pPr>
              <a:defRPr sz="2400"/>
            </a:pPr>
            <a:r>
              <a:t>Add temperature and humidity metrics.</a:t>
            </a:r>
          </a:p>
          <a:p>
            <a:pPr>
              <a:defRPr sz="2400"/>
            </a:pPr>
            <a:r>
              <a:t>Apply NOT NULL constraints where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Convert Table to Hypertable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SELECT create_hypertable.</a:t>
            </a:r>
          </a:p>
          <a:p>
            <a:pPr>
              <a:defRPr sz="2400"/>
            </a:pPr>
            <a:r>
              <a:t>Partition table by recorded_at column.</a:t>
            </a:r>
          </a:p>
          <a:p>
            <a:pPr>
              <a:defRPr sz="2400"/>
            </a:pPr>
            <a:r>
              <a:t>Validate chunk creation.</a:t>
            </a:r>
          </a:p>
          <a:p>
            <a:pPr>
              <a:defRPr sz="2400"/>
            </a:pPr>
            <a:r>
              <a:t>Ensure automatic time partitioning is active.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Index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descending index on recorded_at.</a:t>
            </a:r>
          </a:p>
          <a:p>
            <a:pPr>
              <a:defRPr sz="2400"/>
            </a:pPr>
            <a:r>
              <a:t>Improve time-based filtering performance.</a:t>
            </a:r>
          </a:p>
          <a:p>
            <a:pPr>
              <a:defRPr sz="2400"/>
            </a:pPr>
            <a:r>
              <a:t>Avoid sequential scans on large datasets.</a:t>
            </a:r>
          </a:p>
          <a:p>
            <a:pPr>
              <a:defRPr sz="2400"/>
            </a:pPr>
            <a:r>
              <a:t>Optimize dashboard queries.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Insert Sample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generate_series to insert 100000 rows.</a:t>
            </a:r>
          </a:p>
          <a:p>
            <a:pPr>
              <a:defRPr sz="2400"/>
            </a:pPr>
            <a:r>
              <a:t>Simulate random device identifiers.</a:t>
            </a:r>
          </a:p>
          <a:p>
            <a:pPr>
              <a:defRPr sz="2400"/>
            </a:pPr>
            <a:r>
              <a:t>Simulate historical timestamps.</a:t>
            </a:r>
          </a:p>
          <a:p>
            <a:pPr>
              <a:defRPr sz="2400"/>
            </a:pPr>
            <a:r>
              <a:t>Generate random temperature values.</a:t>
            </a:r>
          </a:p>
          <a:p>
            <a:pPr>
              <a:defRPr sz="2400"/>
            </a:pPr>
            <a:r>
              <a:t>Test ingestion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Performance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Run SELECT COUNT(*) to verify insert.</a:t>
            </a:r>
          </a:p>
          <a:p>
            <a:pPr>
              <a:defRPr sz="2400"/>
            </a:pPr>
            <a:r>
              <a:t>Use EXPLAIN ANALYZE for query inspection.</a:t>
            </a:r>
          </a:p>
          <a:p>
            <a:pPr>
              <a:defRPr sz="2400"/>
            </a:pPr>
            <a:r>
              <a:t>Confirm index usage in execution plan.</a:t>
            </a:r>
          </a:p>
          <a:p>
            <a:pPr>
              <a:defRPr sz="2400"/>
            </a:pPr>
            <a:r>
              <a:t>Measure query execution time.</a:t>
            </a:r>
          </a:p>
          <a:p>
            <a:pPr>
              <a:defRPr sz="2400"/>
            </a:pPr>
            <a:r>
              <a:t>Ensure optimized execution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PostgreSQL installed successfully.</a:t>
            </a:r>
          </a:p>
          <a:p>
            <a:pPr>
              <a:defRPr sz="2400"/>
            </a:pPr>
            <a:r>
              <a:t>TimescaleDB configured properly.</a:t>
            </a:r>
          </a:p>
          <a:p>
            <a:pPr>
              <a:defRPr sz="2400"/>
            </a:pPr>
            <a:r>
              <a:t>shared_preload_libraries validated.</a:t>
            </a:r>
          </a:p>
          <a:p>
            <a:pPr>
              <a:defRPr sz="2400"/>
            </a:pPr>
            <a:r>
              <a:t>Hypertable created.</a:t>
            </a:r>
          </a:p>
          <a:p>
            <a:pPr>
              <a:defRPr sz="2400"/>
            </a:pPr>
            <a:r>
              <a:t>Large dataset inserted.</a:t>
            </a:r>
          </a:p>
          <a:p>
            <a:pPr>
              <a:defRPr sz="2400"/>
            </a:pPr>
            <a:r>
              <a:t>Performance validated successfully.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